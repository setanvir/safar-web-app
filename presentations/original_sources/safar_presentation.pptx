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1071563"/>
            <a:ext cx="47720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4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&amp; TOURS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57225" y="1421606"/>
            <a:ext cx="4772025" cy="604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3600"/>
              </a:lnSpc>
              <a:buNone/>
            </a:pPr>
            <a:r>
              <a:rPr lang="en-US" sz="4750" b="1" spc="-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</a:t>
            </a:r>
            <a:endParaRPr lang="en-US" sz="4750" dirty="0"/>
          </a:p>
        </p:txBody>
      </p:sp>
      <p:sp>
        <p:nvSpPr>
          <p:cNvPr id="5" name="Text 2"/>
          <p:cNvSpPr/>
          <p:nvPr/>
        </p:nvSpPr>
        <p:spPr>
          <a:xfrm>
            <a:off x="657225" y="2526264"/>
            <a:ext cx="435768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 for a Travel and Tour Booking Web App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7225" y="3640689"/>
            <a:ext cx="47720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Tanvir • </a:t>
            </a:r>
            <a:r>
              <a:rPr lang="en-US" sz="900" b="1" spc="1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232-134-001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85763"/>
            <a:ext cx="822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628650"/>
            <a:ext cx="8229600" cy="142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85763"/>
            <a:ext cx="10492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HOMEPAGE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519801" y="385763"/>
            <a:ext cx="116699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SCREEN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1538"/>
            <a:ext cx="5857875" cy="38576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15113" y="900113"/>
            <a:ext cx="1787723" cy="210741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Text 5"/>
          <p:cNvSpPr/>
          <p:nvPr/>
        </p:nvSpPr>
        <p:spPr>
          <a:xfrm>
            <a:off x="6615113" y="900113"/>
            <a:ext cx="1787723" cy="210741"/>
          </a:xfrm>
          <a:prstGeom prst="rect">
            <a:avLst/>
          </a:prstGeom>
          <a:noFill/>
          <a:ln/>
        </p:spPr>
        <p:txBody>
          <a:bodyPr wrap="square" lIns="102108" tIns="59563" rIns="102108" bIns="59563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→ SEARCH → BOOK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6615113" y="1196578"/>
            <a:ext cx="2071688" cy="1107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1900" b="1" spc="-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 turns discovery into a confident first step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615113" y="2525539"/>
            <a:ext cx="207168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with purpose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615113" y="2721992"/>
            <a:ext cx="2071688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“Discover Your Next Adventure” makes the product promise immediate and emotionally clear.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615113" y="3363367"/>
            <a:ext cx="207168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starting point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615113" y="3559820"/>
            <a:ext cx="2071688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Destination, dates, guests, and Search are grouped into a single booking-oriented panel.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6615113" y="4201195"/>
            <a:ext cx="2071688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 becomes action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615113" y="4397648"/>
            <a:ext cx="2071688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packages continue the path with consistent “View Details” and “Book Now” actions.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414338"/>
            <a:ext cx="8115300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14350" y="657225"/>
            <a:ext cx="81153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14350" y="414338"/>
            <a:ext cx="15882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VISUAL LANGUAGE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468177" y="414338"/>
            <a:ext cx="116147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F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SYSTEM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14350" y="1071563"/>
            <a:ext cx="2786063" cy="198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2750" b="1" spc="-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visual system balances travel energy with booking clarity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514350" y="3572489"/>
            <a:ext cx="2357438" cy="983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 uses a small, repeatable palette and a clear hierarchy so destination imagery can stay expressive while booking controls remain easy to read.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00475" y="1221581"/>
            <a:ext cx="226456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actions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00475" y="1485900"/>
            <a:ext cx="2264569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buttons create a recognizable call-to-action rhythm from Search to Book Now.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65081" y="1221581"/>
            <a:ext cx="226456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Dependable type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65081" y="1485900"/>
            <a:ext cx="2264569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navy headings and dark body text support legibility against light surfaces.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800475" y="2963987"/>
            <a:ext cx="226456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status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00475" y="3228305"/>
            <a:ext cx="2264569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badges and chips add a light travel accent for availability and listing types.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65081" y="2963987"/>
            <a:ext cx="226456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context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65081" y="3228305"/>
            <a:ext cx="2264569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destination photography provides the feeling; structured controls provide the confidence.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85763"/>
            <a:ext cx="822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628650"/>
            <a:ext cx="8229600" cy="142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85763"/>
            <a:ext cx="1593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EXPLORE &amp; FILTER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519801" y="385763"/>
            <a:ext cx="116699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SCREEN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1538"/>
            <a:ext cx="5572125" cy="37147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72225" y="900113"/>
            <a:ext cx="1447056" cy="210741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Text 5"/>
          <p:cNvSpPr/>
          <p:nvPr/>
        </p:nvSpPr>
        <p:spPr>
          <a:xfrm>
            <a:off x="6372225" y="900113"/>
            <a:ext cx="1447056" cy="210741"/>
          </a:xfrm>
          <a:prstGeom prst="rect">
            <a:avLst/>
          </a:prstGeom>
          <a:noFill/>
          <a:ln/>
        </p:spPr>
        <p:txBody>
          <a:bodyPr wrap="square" lIns="102108" tIns="59563" rIns="102108" bIns="59563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MANAGEMENT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6372225" y="1196578"/>
            <a:ext cx="2314575" cy="855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900" b="1" spc="-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makes a large catalog feel easy to scan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372225" y="2301683"/>
            <a:ext cx="23145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filtering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372225" y="2505280"/>
            <a:ext cx="23145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type, location, and price range filters allow users to narrow 30+ destinations instantly.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372225" y="3221050"/>
            <a:ext cx="23145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patterns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372225" y="3424647"/>
            <a:ext cx="23145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two-column grid uses a consistent card hierarchy, making comparison intuitive and fast.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6372225" y="4140417"/>
            <a:ext cx="23145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intent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372225" y="4344014"/>
            <a:ext cx="23145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“View Details” and “Book Now” buttons distinguish research from final commitment.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85763"/>
            <a:ext cx="822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628650"/>
            <a:ext cx="8229600" cy="142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85763"/>
            <a:ext cx="15641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PACKAGE DETAILS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519801" y="385763"/>
            <a:ext cx="116699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SCREEN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286375" cy="37147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86475" y="714375"/>
            <a:ext cx="1672140" cy="210741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Text 5"/>
          <p:cNvSpPr/>
          <p:nvPr/>
        </p:nvSpPr>
        <p:spPr>
          <a:xfrm>
            <a:off x="6086475" y="714375"/>
            <a:ext cx="1672140" cy="210741"/>
          </a:xfrm>
          <a:prstGeom prst="rect">
            <a:avLst/>
          </a:prstGeom>
          <a:noFill/>
          <a:ln/>
        </p:spPr>
        <p:txBody>
          <a:bodyPr wrap="square" lIns="102108" tIns="59563" rIns="102108" bIns="59563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→ PRICE → CONVERT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6086475" y="1010841"/>
            <a:ext cx="2600325" cy="81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800" b="1" spc="-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details convert interest into a transparent decision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086475" y="2099481"/>
            <a:ext cx="26003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cues at the point of intent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086475" y="2295934"/>
            <a:ext cx="2600325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Provider, Free Cancellation, and 24/7 Support are placed directly below the description to reduce booking hesitation.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086475" y="2844440"/>
            <a:ext cx="895313" cy="210741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86475" y="2844440"/>
            <a:ext cx="895313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Provider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7024650" y="2844440"/>
            <a:ext cx="931311" cy="210741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024650" y="2844440"/>
            <a:ext cx="931311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Cancellation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6086475" y="3098043"/>
            <a:ext cx="719677" cy="210741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86475" y="3098043"/>
            <a:ext cx="719677" cy="21074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Support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6086475" y="3530240"/>
            <a:ext cx="26003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transparency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086475" y="3726693"/>
            <a:ext cx="2600325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right-side booking panel keeps traveler count, base price, and total price visible together at all times.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086475" y="4425218"/>
            <a:ext cx="26003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next step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086475" y="4621671"/>
            <a:ext cx="2600325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primary “Log In to Book” action makes the next requirement unmistakable without hiding cost information.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85763"/>
            <a:ext cx="822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628650"/>
            <a:ext cx="8229600" cy="142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85763"/>
            <a:ext cx="14362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USER JOURNEYS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697725" y="385763"/>
            <a:ext cx="9890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CONTINUITY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57200" y="871538"/>
            <a:ext cx="1440805" cy="210741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871538"/>
            <a:ext cx="1440805" cy="210741"/>
          </a:xfrm>
          <a:prstGeom prst="rect">
            <a:avLst/>
          </a:prstGeom>
          <a:noFill/>
          <a:ln/>
        </p:spPr>
        <p:txBody>
          <a:bodyPr wrap="square" lIns="102108" tIns="59563" rIns="102108" bIns="59563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ARCHITECTURE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57200" y="1139428"/>
            <a:ext cx="8229600" cy="285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900" b="1" spc="-1" kern="0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brand language supports multiple user journeys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57200" y="1767353"/>
            <a:ext cx="4000500" cy="1771650"/>
          </a:xfrm>
          <a:prstGeom prst="rect">
            <a:avLst/>
          </a:prstGeom>
          <a:solidFill>
            <a:srgbClr val="FFFFFF"/>
          </a:solidFill>
          <a:ln w="18288">
            <a:solidFill>
              <a:srgbClr val="0A192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7353"/>
            <a:ext cx="4000500" cy="1714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" y="3703309"/>
            <a:ext cx="400050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Discovery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57200" y="3914049"/>
            <a:ext cx="4000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Travelers move from discovery to exploration using a consistent header, navigation, and card-based interaction model.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686300" y="1767353"/>
            <a:ext cx="4000500" cy="1771650"/>
          </a:xfrm>
          <a:prstGeom prst="rect">
            <a:avLst/>
          </a:prstGeom>
          <a:solidFill>
            <a:srgbClr val="FFFFFF"/>
          </a:solidFill>
          <a:ln w="18288">
            <a:solidFill>
              <a:srgbClr val="0A192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767353"/>
            <a:ext cx="4000500" cy="1714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86300" y="3703309"/>
            <a:ext cx="400050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Portals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686300" y="3914049"/>
            <a:ext cx="4000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6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visual system extends to Agency and Admin portals, ensuring a professional and familiar management experience.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414338"/>
            <a:ext cx="8115300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14350" y="657225"/>
            <a:ext cx="81153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14350" y="414338"/>
            <a:ext cx="12413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UX STRATEGY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7531187" y="414338"/>
            <a:ext cx="10984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F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 FLOW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14350" y="957263"/>
            <a:ext cx="642937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spc="-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SAFAR’s strongest UX choice is progressive disclosure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442913" y="1883048"/>
            <a:ext cx="508546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6B35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8" y="2183085"/>
            <a:ext cx="2428875" cy="1428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4350" y="3768998"/>
            <a:ext cx="25146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14350" y="4051176"/>
            <a:ext cx="2514600" cy="528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homepage presents only the essential first decision: where and when to travel, reducing initial cognitive load.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243263" y="1883048"/>
            <a:ext cx="508546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6B35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988" y="2183085"/>
            <a:ext cx="2428875" cy="1428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14700" y="3768998"/>
            <a:ext cx="25146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14700" y="4051176"/>
            <a:ext cx="2514600" cy="528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adds refinement and comparison tools only when the user is ready to evaluate specific options.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043613" y="1883048"/>
            <a:ext cx="508546" cy="5250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6B35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338" y="2183085"/>
            <a:ext cx="2428875" cy="14287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15050" y="3768998"/>
            <a:ext cx="25146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115050" y="4051176"/>
            <a:ext cx="2514600" cy="528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details reveal deeper trust signals, exact pricing, and booking forms at the moment of high intent.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28932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703659"/>
            <a:ext cx="8001000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141937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3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CONCLUSION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202742" y="428625"/>
            <a:ext cx="136975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F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FOUNDATION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1500" y="1060847"/>
            <a:ext cx="1512243" cy="29289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060847"/>
            <a:ext cx="1512243" cy="292894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SCALE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1639491"/>
            <a:ext cx="3214688" cy="12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650" b="1" spc="-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foundation for a travel marketplace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71500" y="3079570"/>
            <a:ext cx="321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 establishes a coherent visual identity that bridges the gap between Figma design and functional implementation.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357688" y="1239441"/>
            <a:ext cx="421481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 IDENTITY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57688" y="1507331"/>
            <a:ext cx="42148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visual language across discovery, comparison, and booking ensures a seamless user experience and brand trust.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57688" y="2286000"/>
            <a:ext cx="421481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 ARCHITECTURE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57688" y="2553891"/>
            <a:ext cx="42148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system is built to support richer filters, authenticated traveler profiles, and diverse listing types without friction.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357688" y="3332559"/>
            <a:ext cx="421481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READINESS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357688" y="3600450"/>
            <a:ext cx="42148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5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portals for Agencies and Admins provide the necessary infrastructure for a multi-sided marketplace growth.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71500" y="4743450"/>
            <a:ext cx="24623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08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 UI/UX Design Presentation • Mohammed Tanvir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22682" y="1276945"/>
            <a:ext cx="69858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spc="5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2760669" y="1580555"/>
            <a:ext cx="3622607" cy="7858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700" b="1" spc="-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3346121" y="2995017"/>
            <a:ext cx="2451757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with confidence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65897" y="3687961"/>
            <a:ext cx="301220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Tanvir</a:t>
            </a:r>
            <a:r>
              <a:rPr lang="en-US" sz="1150" spc="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r>
              <a:rPr lang="en-US" sz="1100" b="1" spc="1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232-134-001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2026-08-30T11:19:41Z</dcterms:created>
  <dcterms:modified xsi:type="dcterms:W3CDTF">2026-08-30T11:19:41Z</dcterms:modified>
</cp:coreProperties>
</file>